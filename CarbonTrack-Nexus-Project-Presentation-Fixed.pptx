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E979-BE96-2D55-0C71-F86A3A476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4B07A-F114-7A38-DFD7-489E62C3B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04D7-153A-21C8-08D2-FB54EAAD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6873-5244-0A2B-1312-8A59024D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9C7B2-8F8A-DCC7-11A6-8DD9D98A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52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1465-D923-A7A6-C462-F9F1FD45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5F3A8-036F-2187-4962-77A631A54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39383-D4F2-15D0-AC95-3FEBADDC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C7E89-2453-5D5B-1D96-780985F6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63FB9-94A3-E23B-3E93-F6F54044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88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AB21-7BCD-2380-41B5-BC6971D8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90221-6D51-658B-497E-5C83ADED1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7E4A7-4C53-7249-D707-1090F39A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5400-9860-2DD3-F23A-A9C4EEA0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2066-8F18-826D-91B4-268A85A5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44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F915-D91D-0847-0AB4-3E8905F2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EF74D-C30D-87D8-CBCC-3BDA1FFDE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51D34-8E8E-92B7-4CC5-C6BE5776E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42E82-E36E-09B2-2985-27850D3A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5A8E7-D551-AA22-D579-14A85485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0B571-3E9D-C14A-07CB-BC333C7B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99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4A60-F840-D65A-2F30-88F58342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F0E87-7AF6-D6CF-4425-9F78CAF55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26DCF-F9AC-F2B2-5B64-BE28A1621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13FDD-FD26-39F1-3278-071DAE705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39641-9FE2-974B-9B2D-EF37CC43C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9C05-FF3A-B963-53E5-3298BB82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C6D82-90C5-E632-7BA4-9248F272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EFF30-1E89-0EC1-0DDB-3E6A41CC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2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72B44-951E-4B14-860F-2AD9C0C5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D117-7B59-6818-BA78-D0C3B1A4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75C0C-D060-2A35-C896-661C9BD4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01D03-8776-A2AF-27C4-9AF973A7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5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7F11A-B3C2-6183-8ECD-D5ADBEA5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5918-AECE-8421-6238-EDD46806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2D8A-6586-5AC7-AAF0-1A929D8D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01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54F1-7DBC-A184-2D8C-A052A67D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26E89-D296-E407-0431-B55E664B4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B1F26-F310-43DD-44B4-A82BC8BDD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B9CEF-6390-E2E4-841F-0AA79AC8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3B2AE-474C-C253-EA4C-8CFC99C6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DB7CE-FAC6-0CB9-5A41-21BE9C4B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58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64D1-BE9D-AAF8-B756-4168E345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C5664-0115-9D53-BC2E-35EB11C49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F1CCC-4013-6836-2F47-50ECC13A3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A1846-8B5F-F4AA-B9CD-A3C33C3F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AB09B-BDF4-9631-34F7-2672C750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109FC-68EF-B630-2630-16189111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12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3833-4A00-57B4-A706-4F8414D9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70FDD-12F2-C552-61B4-A3ED10867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94E59-3E95-D615-82B7-2DF34723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F6BFE-624A-48A9-23AF-E7BEA2FC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37C66-9763-BEAE-479E-ABC55F7B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41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9FF71-7A56-1463-2CCB-8FFB7F55B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E7740-24DA-CBB6-41E9-EF7A5C55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6F322-48AB-B5AB-D205-6314C8A2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04640-0D15-D784-9126-75787C7E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2A87-B651-2E85-D502-D36B2BE6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00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0A669-E598-23D4-CD10-4AF6086E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55B95-52EB-4D59-C428-58C5C0321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9AD3A-7CB9-5A12-2950-C8ACC5F34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4D128-3A08-40A1-B337-E2B6F820E989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97B0-4795-4800-DDBA-0C509302F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9606F-A6CA-0004-F8F3-5A3215D86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7D938-196E-41E7-991D-19BA8C977E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3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547DF5-FF23-55D9-F4F6-3EDE8E5E51C1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D9D270-E93C-6D41-F660-F2F46AB173A5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6A7BBD-A9D5-7640-E23F-6C3E5642CC35}"/>
              </a:ext>
            </a:extLst>
          </p:cNvPr>
          <p:cNvSpPr/>
          <p:nvPr/>
        </p:nvSpPr>
        <p:spPr>
          <a:xfrm>
            <a:off x="990600" y="1524000"/>
            <a:ext cx="9906000" cy="9525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3600" b="1">
                <a:solidFill>
                  <a:srgbClr val="FFFFFF"/>
                </a:solidFill>
                <a:latin typeface="Aptos" panose="020B0004020202020204" pitchFamily="34" charset="0"/>
              </a:rPr>
              <a:t>CarbonTrack Nexus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0EF992-365F-7C2E-08B6-5E5A8CA9B0BF}"/>
              </a:ext>
            </a:extLst>
          </p:cNvPr>
          <p:cNvSpPr/>
          <p:nvPr/>
        </p:nvSpPr>
        <p:spPr>
          <a:xfrm>
            <a:off x="1041400" y="2768600"/>
            <a:ext cx="10033000" cy="660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2000">
                <a:solidFill>
                  <a:srgbClr val="D5EBBD"/>
                </a:solidFill>
                <a:latin typeface="Aptos" panose="020B0004020202020204" pitchFamily="34" charset="0"/>
              </a:rPr>
              <a:t>A Carbon Footprint Monitoring and Environmental Impact Analytics System</a:t>
            </a:r>
            <a:endParaRPr lang="en-IN" sz="2000">
              <a:solidFill>
                <a:srgbClr val="D5EBBD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307945-41D7-18B4-ADDA-BA109D887DE4}"/>
              </a:ext>
            </a:extLst>
          </p:cNvPr>
          <p:cNvSpPr/>
          <p:nvPr/>
        </p:nvSpPr>
        <p:spPr>
          <a:xfrm>
            <a:off x="1066800" y="4064000"/>
            <a:ext cx="8763000" cy="736600"/>
          </a:xfrm>
          <a:prstGeom prst="roundRect">
            <a:avLst/>
          </a:prstGeom>
          <a:solidFill>
            <a:srgbClr val="2F3712"/>
          </a:solidFill>
          <a:ln>
            <a:solidFill>
              <a:srgbClr val="5EC5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Introduction | Need of Project | Problems | Proposed Solution</a:t>
            </a:r>
            <a:endParaRPr lang="en-IN" sz="2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1DAD08-D304-2243-9AEB-DFB35BA2E178}"/>
              </a:ext>
            </a:extLst>
          </p:cNvPr>
          <p:cNvSpPr/>
          <p:nvPr/>
        </p:nvSpPr>
        <p:spPr>
          <a:xfrm>
            <a:off x="1041400" y="5867400"/>
            <a:ext cx="9144000" cy="4572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1400">
                <a:solidFill>
                  <a:srgbClr val="B8A394"/>
                </a:solidFill>
                <a:latin typeface="Aptos" panose="020B0004020202020204" pitchFamily="34" charset="0"/>
              </a:rPr>
              <a:t>Environmental Impact Analytics System</a:t>
            </a:r>
          </a:p>
        </p:txBody>
      </p:sp>
    </p:spTree>
    <p:extLst>
      <p:ext uri="{BB962C8B-B14F-4D97-AF65-F5344CB8AC3E}">
        <p14:creationId xmlns:p14="http://schemas.microsoft.com/office/powerpoint/2010/main" val="374114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45C70-D2C1-B53B-30E6-15BD6B59AFAD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F976C4-94B2-DCA2-3BF3-2709352D200F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C96F30-683E-68BD-84FD-129BB28DEF32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E768C9-DE89-68D4-0F84-AA69B340F1A1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A full-stack web application for personal and community-level environmental awareness.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B0766-31E9-BAAE-C4AF-11BBD700CF43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Tracks daily activities such as electricity usage, fuel, transport, and waste.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EBEBDD-4DCB-27FE-7B68-AC2A6C3962DF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Converts user activities into estimated carbon emissions in kg CO2.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B48370-859B-D722-FCB0-E2E341B9A19A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Provides dashboards, charts, monthly reports, goals, rewards, and an AI-style assistant.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7186F4-EB31-8D95-D371-D447B0CD8D1F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Supports administrators with high-emitter monitoring, zone reports, and complaint management.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26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F4779B-F40F-A505-9644-FE274D37285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00DD3-E8D7-41A7-E0A4-66A789AF7409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C1A351-0510-AFC3-68C7-405A885BE301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Why This Project Was Implemented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DCD7C3-947C-43A1-74A1-5A05ECD5B182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The project responds to real environmental and awareness gaps.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871783-CBE8-98FB-C9CA-9DA31655F2BB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Many people know pollution is harmful but do not know their own daily carbon contribution.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FEB9F8-D9E7-6C96-16BB-D06D3B073519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Existing carbon calculators are often one-time tools and do not support continuous tracking.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32369E-1C60-A3B0-E361-3347A2CA1934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Environmental issues like vehicle smoke and waste dumping need structured reporting.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1F5D42-324F-9CE0-8418-9F544C5B7449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Students and communities need a simple digital system for awareness, measurement, and action.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2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B6EE82-6896-A256-8FA8-00467CF4A6B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FA1B4D-9053-5F8A-B4AB-701369D64476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22C154-8FE2-E247-6710-25EC114CDEC6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Reasons To Build This Project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AFE5F5-BABE-2B0A-7D99-196E2FE5D68B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CarbonTrack connects individual behavior with community monitoring.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24711B-59BC-9799-E233-9828D0DE9722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To make carbon emissions visible through clear numbers, charts, and reports.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19A4F4-EEBF-9EC6-9236-463C237C80DE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To encourage eco-friendly habits through goals, streaks, missions, and rewards.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494999-E929-EC9D-A522-7F23D3AF01EB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To help admins identify risky zones, high emitters, and repeated complaint patterns.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2A4EB6-FDF4-0F99-BDE7-1E7AD226686D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To combine carbon tracking, analytics, complaint reporting, and guidance in one platform.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73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AA0D17-060C-4913-8EA3-A6A0803369AB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7FD28B-957B-A16B-172B-FC2CC3BE1D9C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316814-7A2E-98B3-5367-5CD00A729699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Problems Faced In Current Scenario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CF848-1B46-8D90-BEB8-BCEB7AF7D72B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Environmental data is often fragmented, manual, or difficult to act on.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C9CA88-63EC-C181-EF8C-D135F33F8F3D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Users cannot easily track long-term emission history from everyday activities.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EDA19D-ABB5-EB0E-C5DF-4C8B3136983E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There is limited personalized feedback on which habits increase carbon footprint.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4098C0-7325-F4C5-8619-48EA58DDB90B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Local pollution complaints may lack proof, location details, and status tracking.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1FF383-BD25-8E0E-C116-5C36A921CAB2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Administrators may not have zone-wise analytics for identifying high-impact areas.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5F8FCE-85B9-57DF-2BE5-03EB8B22D8AA}"/>
              </a:ext>
            </a:extLst>
          </p:cNvPr>
          <p:cNvSpPr/>
          <p:nvPr/>
        </p:nvSpPr>
        <p:spPr>
          <a:xfrm>
            <a:off x="863600" y="47371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Reports and summaries are difficult to generate manually for monthly review.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77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680BB-E22F-86BF-7C88-4AF795CED013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1217B-0ACF-48D4-2D4A-873ED0714BF3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5B7154-54E2-E062-3760-FC97E2146ABB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Proposed Solution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C749B4-ADCC-DA8A-2863-0491C5380660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A single web-based system for tracking, analysis, reporting, and action.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B04323-518B-BBD7-9BA8-7BF5766BB4E1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Users log activity data and the system calculates category-wise emissions.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81CE81-AB8B-3638-1320-5F1E69943A9E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Dashboards show green score, trends, breakdowns, and monthly performance.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CF6662-20D6-1787-A5BC-F21234883778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Zone-based reports compare emissions geographically and help detect pressure areas.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BDC109-3CE6-A31B-5B0C-03BA20F46F3F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Smart complaints capture environmental issues with media evidence and status updates.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D83FF0-2F10-1529-9B48-A5F27B3119AF}"/>
              </a:ext>
            </a:extLst>
          </p:cNvPr>
          <p:cNvSpPr/>
          <p:nvPr/>
        </p:nvSpPr>
        <p:spPr>
          <a:xfrm>
            <a:off x="863600" y="47371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Admin panels provide live monitoring, high-emitter alerts, CSV export, and analytics.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7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C403C0-EA4D-301C-D949-136FF8C3DE88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9A6354-3F91-77A3-7DFC-EC607CE8C947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1CA404-CB9B-A126-C29A-C9A0D5C1D5AA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How The Project Overcomes The Problems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CBE9E2-BE96-405F-D97C-52F6E9B5842A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The system converts raw activity into useful decisions.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A18754-2E60-05D2-17AD-B2CE74622C67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Continuous records replace one-time estimation with meaningful emission history.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3C56B3-07C9-79F5-5538-806EB91088B7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Charts and reports help users understand which activity category causes more impact.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880EB7-AC09-1794-E1DC-2BBD6E761C61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Goals, streaks, missions, and rewards motivate regular low-carbon behavior.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B2F877-C99D-2FF9-5664-6A91A060D226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Complaint workflows improve evidence collection, review, and resolution tracking.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5930FB-7457-4879-D056-8125655F961C}"/>
              </a:ext>
            </a:extLst>
          </p:cNvPr>
          <p:cNvSpPr/>
          <p:nvPr/>
        </p:nvSpPr>
        <p:spPr>
          <a:xfrm>
            <a:off x="863600" y="47371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Admin intelligence tools support faster identification of risky users, zones, and trends.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4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86305-1DE3-F895-4C14-6851A2B642A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16604-F54A-F92F-776F-C8014F9CF4EB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946571-B307-5366-9414-C2D8192B431A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Major Modules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3FA83C-BED1-AEA8-9AD0-20BA7EB6300D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Main functional areas included in the project.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1E6990-C343-B8C1-3D31-DA4BA7CB94A7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Authentication: user registration, login, JWT security, role-based access, admin OTP.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26C23B-EE41-4A22-D5A1-2D60CA90F292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Carbon Entry: activity logging, emission calculation, history, and monthly reports.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6B4031-33C0-BDFA-2A15-3A08F30E937F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User Dashboard: charts, green score, goals, leaderboard, streak center, AI assistant.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7D8A4B-ECF7-2F5B-0997-DBE14BF767FF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Smart Complaints: vehicle smoke and waste dumping reports with media and location data.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50ACD0-258D-2540-3460-700D8C905C70}"/>
              </a:ext>
            </a:extLst>
          </p:cNvPr>
          <p:cNvSpPr/>
          <p:nvPr/>
        </p:nvSpPr>
        <p:spPr>
          <a:xfrm>
            <a:off x="863600" y="47371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Admin Dashboard: users, high emitters, zone reports, complaints, alerts, and CSV export.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256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D7510-3703-0878-6528-A7A2B1D82235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F06ABB-A7F5-D79C-2DDB-ACEDA1EFFED3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D4730B-5CBE-C3CE-1375-52E612509CC2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DAAA5B-92D6-5673-13E5-7F73271A4B63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Three-tier architecture used in the project.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C2F528-C59E-6698-401F-6FBCDD48CDB8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Presentation Layer: React, Vite, Tailwind CSS, charts, dashboards, and forms.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6D8ED3-9711-AD95-409D-6A0368239478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Application Layer: Spring Boot APIs, security, carbon calculation, analytics, and alerts.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FD111D-EA54-8BDA-7CB4-4F5274C0E944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Data Layer: MySQL database for users, entries, zones, goals, complaints, and reports.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272849-3995-27CC-91AA-12CE5C396602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Flow: User/Admin -&gt; Frontend -&gt; REST API -&gt; Business Services -&gt; Database -&gt; Reports.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45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AC281D-834E-BFD3-0FB6-839BF90574C9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B90ED-40A4-70C4-D7A1-A0B4F1710889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92141F-DECA-6366-64A0-46FB8C0734C8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CC505B-A727-3B82-FDD7-779F9B2D6E6C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Technologies used to implement the system.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58D2D-4EE3-F7E8-5250-BE5B619215AA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>
                <a:solidFill>
                  <a:srgbClr val="EBE7E5"/>
                </a:solidFill>
                <a:latin typeface="Aptos" panose="020B0004020202020204" pitchFamily="34" charset="0"/>
              </a:rPr>
              <a:t>- Frontend: React 18, Vite, Tailwind CSS, React Router, Axios, Recharts.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764B39-A9B2-9375-7DCA-40FCE6CF0E8C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Backend: Spring Boot, Spring Security, Spring Data JPA, REST APIs.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FAD6B2-C669-3362-B96E-D5F482886193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Database: MySQL with entities for users, roles, carbon entries, zones, goals, and complaints.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50690D-E8DF-4DCC-AE45-9B840703B0AD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Security: JWT authentication, role-based routing, password reset support, admin OTP verification.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37B7FA-4C33-B3A6-C4B0-6CAFB561A7A1}"/>
              </a:ext>
            </a:extLst>
          </p:cNvPr>
          <p:cNvSpPr/>
          <p:nvPr/>
        </p:nvSpPr>
        <p:spPr>
          <a:xfrm>
            <a:off x="863600" y="47371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Additional features: OCR support, email service, OpenAPI documentation, and report support.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706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C7DFF1-F16A-B0AC-40AB-07A19AC86B3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CE1CF0-AD6F-5A66-50B9-DD982ECCE856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5D619C-5F73-BFE2-E9B6-A14CD7E77B2F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Expected Benefits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9433E3-8DD7-16A0-11A9-007BEC82DF64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Practical value delivered by the project.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3E6D82-F3AE-BE69-4970-BCD19FF04ECB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Improves environmental awareness by showing measurable carbon impact.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AC5D95-509C-BCFF-AC14-42016EABF05D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Helps users reduce emissions through feedback, goals, and behavior tracking.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24FE40-F73A-13BC-CE0D-634CCF3D552D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Supports civic responsibility through structured issue reporting.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B1A120-9F4F-29E9-285B-E0403AC169D7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Helps administrators monitor zones, identify high emitters, and review complaints.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3C1B27-38D3-4CB3-0CF4-50E38AABC057}"/>
              </a:ext>
            </a:extLst>
          </p:cNvPr>
          <p:cNvSpPr/>
          <p:nvPr/>
        </p:nvSpPr>
        <p:spPr>
          <a:xfrm>
            <a:off x="863600" y="47371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Creates a scalable base for future smart-city and sustainability applications.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32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984B1B-5223-854C-0B8C-AECFE97BB0C2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5EC5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6C3FDC-D339-233F-8A4C-FA10C36CCAD7}"/>
              </a:ext>
            </a:extLst>
          </p:cNvPr>
          <p:cNvSpPr/>
          <p:nvPr/>
        </p:nvSpPr>
        <p:spPr>
          <a:xfrm>
            <a:off x="0" y="152400"/>
            <a:ext cx="152400" cy="6705600"/>
          </a:xfrm>
          <a:prstGeom prst="rect">
            <a:avLst/>
          </a:prstGeom>
          <a:solidFill>
            <a:srgbClr val="6E76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C89D84-EB28-B865-1BCC-D264123AAF69}"/>
              </a:ext>
            </a:extLst>
          </p:cNvPr>
          <p:cNvSpPr/>
          <p:nvPr/>
        </p:nvSpPr>
        <p:spPr>
          <a:xfrm>
            <a:off x="533400" y="457200"/>
            <a:ext cx="10922000" cy="6096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CF1283-A566-7A4C-40CF-AEDA968D3938}"/>
              </a:ext>
            </a:extLst>
          </p:cNvPr>
          <p:cNvSpPr/>
          <p:nvPr/>
        </p:nvSpPr>
        <p:spPr>
          <a:xfrm>
            <a:off x="609600" y="1117600"/>
            <a:ext cx="10795000" cy="406400"/>
          </a:xfrm>
          <a:prstGeom prst="roundRect">
            <a:avLst/>
          </a:prstGeom>
          <a:solidFill>
            <a:srgbClr val="20120B"/>
          </a:solidFill>
          <a:ln>
            <a:solidFill>
              <a:srgbClr val="201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sz="1400">
                <a:solidFill>
                  <a:srgbClr val="D0F3A7"/>
                </a:solidFill>
                <a:latin typeface="Aptos" panose="020B0004020202020204" pitchFamily="34" charset="0"/>
              </a:rPr>
              <a:t>CarbonTrack Nexus is a practical digital step toward measurable environmental action.</a:t>
            </a:r>
            <a:endParaRPr lang="en-IN" sz="1400">
              <a:solidFill>
                <a:srgbClr val="D0F3A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B16B51-E42E-57FF-6162-29F7C8DE4602}"/>
              </a:ext>
            </a:extLst>
          </p:cNvPr>
          <p:cNvSpPr/>
          <p:nvPr/>
        </p:nvSpPr>
        <p:spPr>
          <a:xfrm>
            <a:off x="863600" y="18415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The project combines personal carbon tracking with community environmental reporting.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A2E922-BC87-6D87-EC5A-E969D2BF60D3}"/>
              </a:ext>
            </a:extLst>
          </p:cNvPr>
          <p:cNvSpPr/>
          <p:nvPr/>
        </p:nvSpPr>
        <p:spPr>
          <a:xfrm>
            <a:off x="863600" y="25654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It solves the gap between awareness and action using dashboards, reports, alerts, and guidance.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EE883D-EFB8-9FD2-DDF0-40ECB7735EEF}"/>
              </a:ext>
            </a:extLst>
          </p:cNvPr>
          <p:cNvSpPr/>
          <p:nvPr/>
        </p:nvSpPr>
        <p:spPr>
          <a:xfrm>
            <a:off x="863600" y="32893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The three-tier architecture makes the system secure, maintainable, and expandable.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E9227B-4885-C065-E2BA-C7DD4C05F2BE}"/>
              </a:ext>
            </a:extLst>
          </p:cNvPr>
          <p:cNvSpPr/>
          <p:nvPr/>
        </p:nvSpPr>
        <p:spPr>
          <a:xfrm>
            <a:off x="863600" y="4013200"/>
            <a:ext cx="10414000" cy="571500"/>
          </a:xfrm>
          <a:prstGeom prst="roundRect">
            <a:avLst/>
          </a:prstGeom>
          <a:solidFill>
            <a:srgbClr val="271811"/>
          </a:solidFill>
          <a:ln>
            <a:solidFill>
              <a:srgbClr val="372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>
                <a:solidFill>
                  <a:srgbClr val="EBE7E5"/>
                </a:solidFill>
                <a:latin typeface="Aptos" panose="020B0004020202020204" pitchFamily="34" charset="0"/>
              </a:rPr>
              <a:t>- Future scope includes IoT sensor integration, mobile application support, and advanced prediction models.</a:t>
            </a:r>
            <a:endParaRPr lang="en-IN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25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Krishang C G</dc:creator>
  <cp:lastModifiedBy>Krishang C G</cp:lastModifiedBy>
  <cp:revision>1</cp:revision>
  <dcterms:created xsi:type="dcterms:W3CDTF">2026-07-01T22:22:08Z</dcterms:created>
  <dcterms:modified xsi:type="dcterms:W3CDTF">2026-07-01T22:22:44Z</dcterms:modified>
</cp:coreProperties>
</file>